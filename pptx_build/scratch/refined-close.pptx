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83080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0"/>
            <a:ext cx="1783080" cy="6858000"/>
          </a:xfrm>
          <a:prstGeom prst="rect">
            <a:avLst/>
          </a:prstGeom>
          <a:solidFill>
            <a:srgbClr val="285FEB"/>
          </a:solidFill>
          <a:ln w="12700">
            <a:solidFill>
              <a:srgbClr val="285F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37360" y="0"/>
            <a:ext cx="1783080" cy="6858000"/>
          </a:xfrm>
          <a:prstGeom prst="rect">
            <a:avLst/>
          </a:prstGeom>
          <a:solidFill>
            <a:srgbClr val="3159EA"/>
          </a:solidFill>
          <a:ln w="12700">
            <a:solidFill>
              <a:srgbClr val="3159E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06040" y="0"/>
            <a:ext cx="1783080" cy="6858000"/>
          </a:xfrm>
          <a:prstGeom prst="rect">
            <a:avLst/>
          </a:prstGeom>
          <a:solidFill>
            <a:srgbClr val="3B52E8"/>
          </a:solidFill>
          <a:ln w="12700">
            <a:solidFill>
              <a:srgbClr val="3B52E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0" y="0"/>
            <a:ext cx="1783080" cy="6858000"/>
          </a:xfrm>
          <a:prstGeom prst="rect">
            <a:avLst/>
          </a:prstGeom>
          <a:solidFill>
            <a:srgbClr val="444CE6"/>
          </a:solidFill>
          <a:ln w="12700">
            <a:solidFill>
              <a:srgbClr val="444CE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43400" y="0"/>
            <a:ext cx="1783080" cy="6858000"/>
          </a:xfrm>
          <a:prstGeom prst="rect">
            <a:avLst/>
          </a:prstGeom>
          <a:solidFill>
            <a:srgbClr val="4B48E5"/>
          </a:solidFill>
          <a:ln w="12700">
            <a:solidFill>
              <a:srgbClr val="4B48E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0" y="0"/>
            <a:ext cx="1783080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>
              <a:alpha val="62000"/>
            </a:srgbClr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0515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7830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5146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7764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7091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4406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900000">
            <a:off x="-1051560" y="-1005840"/>
            <a:ext cx="4937760" cy="4937760"/>
          </a:xfrm>
          <a:prstGeom prst="arc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12600000">
            <a:off x="8138160" y="3657600"/>
            <a:ext cx="5212080" cy="5212080"/>
          </a:xfrm>
          <a:prstGeom prst="arc">
            <a:avLst/>
          </a:prstGeom>
          <a:solidFill>
            <a:srgbClr val="06B6D4">
              <a:alpha val="2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28800" y="1280160"/>
            <a:ext cx="8503920" cy="658368"/>
          </a:xfrm>
          <a:prstGeom prst="rect">
            <a:avLst/>
          </a:prstGeom>
          <a:noFill/>
          <a:ln/>
          <a:effectLst>
            <a:outerShdw sx="100000" sy="100000" kx="0" ky="0" algn="bl" rotWithShape="0" blurRad="27940" dist="50800" dir="2700000">
              <a:srgbClr val="06B6D4">
                <a:alpha val="42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38" name="Text 36"/>
          <p:cNvSpPr/>
          <p:nvPr/>
        </p:nvSpPr>
        <p:spPr>
          <a:xfrm>
            <a:off x="4434840" y="217627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7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2002536" y="3895344"/>
            <a:ext cx="1883664" cy="1572768"/>
          </a:xfrm>
          <a:prstGeom prst="roundRect">
            <a:avLst>
              <a:gd name="adj" fmla="val 6977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38528" y="3822192"/>
            <a:ext cx="1883664" cy="1572768"/>
          </a:xfrm>
          <a:prstGeom prst="roundRect">
            <a:avLst>
              <a:gd name="adj" fmla="val 9302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BFE7FF">
                <a:alpha val="46000"/>
              </a:srgbClr>
            </a:solidFill>
            <a:prstDash val="solid"/>
          </a:ln>
          <a:effectLst>
            <a:outerShdw sx="100000" sy="100000" kx="0" ky="0" algn="bl" rotWithShape="0" blurRad="31750" dist="50800" dir="2700000">
              <a:srgbClr val="071122">
                <a:alpha val="2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267712" y="4096512"/>
            <a:ext cx="1225296" cy="1024128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A9C8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67712" y="4526280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QR CODE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267712" y="4764024"/>
            <a:ext cx="122529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QR</a:t>
            </a:r>
            <a:endParaRPr lang="en-US" sz="640" dirty="0"/>
          </a:p>
        </p:txBody>
      </p:sp>
      <p:sp>
        <p:nvSpPr>
          <p:cNvPr id="44" name="Shape 42"/>
          <p:cNvSpPr/>
          <p:nvPr/>
        </p:nvSpPr>
        <p:spPr>
          <a:xfrm>
            <a:off x="4681728" y="3895344"/>
            <a:ext cx="5669280" cy="1572768"/>
          </a:xfrm>
          <a:prstGeom prst="roundRect">
            <a:avLst>
              <a:gd name="adj" fmla="val 6977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17720" y="3822192"/>
            <a:ext cx="5669280" cy="1572768"/>
          </a:xfrm>
          <a:prstGeom prst="roundRect">
            <a:avLst>
              <a:gd name="adj" fmla="val 9302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BFE7FF">
                <a:alpha val="46000"/>
              </a:srgbClr>
            </a:solidFill>
            <a:prstDash val="solid"/>
          </a:ln>
          <a:effectLst>
            <a:outerShdw sx="100000" sy="100000" kx="0" ky="0" algn="bl" rotWithShape="0" blurRad="31750" dist="50800" dir="2700000">
              <a:srgbClr val="071122">
                <a:alpha val="2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102352" y="4242816"/>
            <a:ext cx="4709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A7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URL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5102352" y="4700016"/>
            <a:ext cx="4709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https://your-buildflow-ai-deployment-url</a:t>
            </a:r>
            <a:endParaRPr lang="en-US" sz="1220" dirty="0"/>
          </a:p>
        </p:txBody>
      </p:sp>
      <p:sp>
        <p:nvSpPr>
          <p:cNvPr id="48" name="Text 46"/>
          <p:cNvSpPr/>
          <p:nvPr/>
        </p:nvSpPr>
        <p:spPr>
          <a:xfrm>
            <a:off x="2743200" y="6144768"/>
            <a:ext cx="6720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E0F2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AJAY M | SHAFI AHMED F | VIDYASAAGAR M</a:t>
            </a:r>
            <a:endParaRPr lang="en-US" sz="8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Rajiv Gandhi College of Engineering and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BuildFlow AI - AI-Based Project Planning Assistant</dc:title>
  <dc:subject>BuildFlow AI refined slide</dc:subject>
  <dc:creator>BuildFlow AI Team</dc:creator>
  <cp:lastModifiedBy>BuildFlow AI Team</cp:lastModifiedBy>
  <cp:revision>1</cp:revision>
  <dcterms:created xsi:type="dcterms:W3CDTF">2026-05-10T15:56:20Z</dcterms:created>
  <dcterms:modified xsi:type="dcterms:W3CDTF">2026-05-10T15:56:20Z</dcterms:modified>
</cp:coreProperties>
</file>