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8308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0"/>
            <a:ext cx="1783080" cy="6858000"/>
          </a:xfrm>
          <a:prstGeom prst="rect">
            <a:avLst/>
          </a:prstGeom>
          <a:solidFill>
            <a:srgbClr val="285FEB"/>
          </a:solidFill>
          <a:ln w="12700">
            <a:solidFill>
              <a:srgbClr val="285F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37360" y="0"/>
            <a:ext cx="1783080" cy="6858000"/>
          </a:xfrm>
          <a:prstGeom prst="rect">
            <a:avLst/>
          </a:prstGeom>
          <a:solidFill>
            <a:srgbClr val="3159EA"/>
          </a:solidFill>
          <a:ln w="12700">
            <a:solidFill>
              <a:srgbClr val="3159E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06040" y="0"/>
            <a:ext cx="1783080" cy="6858000"/>
          </a:xfrm>
          <a:prstGeom prst="rect">
            <a:avLst/>
          </a:prstGeom>
          <a:solidFill>
            <a:srgbClr val="3B52E8"/>
          </a:solidFill>
          <a:ln w="12700">
            <a:solidFill>
              <a:srgbClr val="3B52E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0" y="0"/>
            <a:ext cx="1783080" cy="6858000"/>
          </a:xfrm>
          <a:prstGeom prst="rect">
            <a:avLst/>
          </a:prstGeom>
          <a:solidFill>
            <a:srgbClr val="444CE6"/>
          </a:solidFill>
          <a:ln w="12700">
            <a:solidFill>
              <a:srgbClr val="444CE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43400" y="0"/>
            <a:ext cx="1783080" cy="6858000"/>
          </a:xfrm>
          <a:prstGeom prst="rect">
            <a:avLst/>
          </a:prstGeom>
          <a:solidFill>
            <a:srgbClr val="4B48E5"/>
          </a:solidFill>
          <a:ln w="12700">
            <a:solidFill>
              <a:srgbClr val="4B48E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0" y="0"/>
            <a:ext cx="1783080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>
              <a:alpha val="62000"/>
            </a:srgbClr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200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0515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7830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5146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4612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7764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70916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44068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444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900000">
            <a:off x="-1051560" y="-1005840"/>
            <a:ext cx="4937760" cy="4937760"/>
          </a:xfrm>
          <a:prstGeom prst="arc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12600000">
            <a:off x="8138160" y="3657600"/>
            <a:ext cx="5212080" cy="5212080"/>
          </a:xfrm>
          <a:prstGeom prst="arc">
            <a:avLst/>
          </a:prstGeom>
          <a:solidFill>
            <a:srgbClr val="06B6D4">
              <a:alpha val="2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" y="987552"/>
            <a:ext cx="585216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27940" dist="50800" dir="2700000">
              <a:srgbClr val="06B6D4">
                <a:alpha val="46000"/>
              </a:srgbClr>
            </a:outerShdw>
          </a:effectLst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BuildFlow AI</a:t>
            </a:r>
            <a:endParaRPr lang="en-US" sz="5100" dirty="0"/>
          </a:p>
        </p:txBody>
      </p:sp>
      <p:sp>
        <p:nvSpPr>
          <p:cNvPr id="38" name="Text 36"/>
          <p:cNvSpPr/>
          <p:nvPr/>
        </p:nvSpPr>
        <p:spPr>
          <a:xfrm>
            <a:off x="786384" y="1828800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E0F2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AI-Based Project Planning Assistant</a:t>
            </a:r>
            <a:endParaRPr lang="en-US" sz="1750" dirty="0"/>
          </a:p>
        </p:txBody>
      </p:sp>
      <p:sp>
        <p:nvSpPr>
          <p:cNvPr id="39" name="Shape 37"/>
          <p:cNvSpPr/>
          <p:nvPr/>
        </p:nvSpPr>
        <p:spPr>
          <a:xfrm>
            <a:off x="804672" y="2359152"/>
            <a:ext cx="1298448" cy="0"/>
          </a:xfrm>
          <a:prstGeom prst="line">
            <a:avLst/>
          </a:prstGeom>
          <a:noFill/>
          <a:ln w="40640">
            <a:solidFill>
              <a:srgbClr val="06B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253288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A7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Final-Year Mini Project Review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850392" y="4041648"/>
            <a:ext cx="6053328" cy="1508760"/>
          </a:xfrm>
          <a:prstGeom prst="roundRect">
            <a:avLst>
              <a:gd name="adj" fmla="val 7273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6384" y="3968496"/>
            <a:ext cx="6053328" cy="1508760"/>
          </a:xfrm>
          <a:prstGeom prst="roundRect">
            <a:avLst>
              <a:gd name="adj" fmla="val 9697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BFE7FF">
                <a:alpha val="46000"/>
              </a:srgbClr>
            </a:solidFill>
            <a:prstDash val="solid"/>
          </a:ln>
          <a:effectLst>
            <a:outerShdw sx="100000" sy="100000" kx="0" ky="0" algn="bl" rotWithShape="0" blurRad="31750" dist="50800" dir="2700000">
              <a:srgbClr val="071122">
                <a:alpha val="2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078992" y="4261104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A7F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1078992" y="4590288"/>
            <a:ext cx="5394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AJAY M (23TD0003)   SHAFI AHMED F (23TD0076)   VIDYASAAGAR M (23TD0091)</a:t>
            </a:r>
            <a:endParaRPr lang="en-US" sz="830" dirty="0"/>
          </a:p>
        </p:txBody>
      </p:sp>
      <p:sp>
        <p:nvSpPr>
          <p:cNvPr id="45" name="Text 43"/>
          <p:cNvSpPr/>
          <p:nvPr/>
        </p:nvSpPr>
        <p:spPr>
          <a:xfrm>
            <a:off x="1078992" y="4901184"/>
            <a:ext cx="3154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D7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Guide: Dr. R. G. Suresh Kumar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4133088" y="4901184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7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Computer Science and Engineering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1078992" y="519379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7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Rajiv Gandhi College of Engineering and Technology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7424928" y="1152144"/>
            <a:ext cx="3611880" cy="3611880"/>
          </a:xfrm>
          <a:prstGeom prst="roundRect">
            <a:avLst>
              <a:gd name="adj" fmla="val 3038"/>
            </a:avLst>
          </a:prstGeom>
          <a:solidFill>
            <a:srgbClr val="0B1020">
              <a:alpha val="12000"/>
            </a:srgbClr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360920" y="1078992"/>
            <a:ext cx="3611880" cy="3611880"/>
          </a:xfrm>
          <a:prstGeom prst="roundRect">
            <a:avLst>
              <a:gd name="adj" fmla="val 405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BFE7FF">
                <a:alpha val="46000"/>
              </a:srgbClr>
            </a:solidFill>
            <a:prstDash val="solid"/>
          </a:ln>
          <a:effectLst>
            <a:outerShdw sx="100000" sy="100000" kx="0" ky="0" algn="bl" rotWithShape="0" blurRad="31750" dist="50800" dir="2700000">
              <a:srgbClr val="071122">
                <a:alpha val="2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394192" y="1901952"/>
            <a:ext cx="1517904" cy="1517904"/>
          </a:xfrm>
          <a:prstGeom prst="ellipse">
            <a:avLst/>
          </a:prstGeom>
          <a:solidFill>
            <a:srgbClr val="FFFFFF">
              <a:alpha val="9000"/>
            </a:srgbClr>
          </a:solidFill>
          <a:ln w="17780">
            <a:solidFill>
              <a:srgbClr val="06B6D4">
                <a:alpha val="7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759952" y="2267712"/>
            <a:ext cx="786384" cy="786384"/>
          </a:xfrm>
          <a:prstGeom prst="ellipse">
            <a:avLst/>
          </a:prstGeom>
          <a:solidFill>
            <a:srgbClr val="06B6D4">
              <a:alpha val="94000"/>
            </a:srgbClr>
          </a:solidFill>
          <a:ln w="12700">
            <a:solidFill>
              <a:srgbClr val="A7F3FF">
                <a:alpha val="8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73568" y="1600200"/>
            <a:ext cx="438912" cy="43891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A7F3FF">
                <a:alpha val="7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73568" y="1755648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BRD</a:t>
            </a:r>
            <a:endParaRPr lang="en-US" sz="550" dirty="0"/>
          </a:p>
        </p:txBody>
      </p:sp>
      <p:sp>
        <p:nvSpPr>
          <p:cNvPr id="54" name="Shape 52"/>
          <p:cNvSpPr/>
          <p:nvPr/>
        </p:nvSpPr>
        <p:spPr>
          <a:xfrm>
            <a:off x="9893808" y="1572768"/>
            <a:ext cx="438912" cy="438912"/>
          </a:xfrm>
          <a:prstGeom prst="ellipse">
            <a:avLst/>
          </a:prstGeom>
          <a:solidFill>
            <a:srgbClr val="FFFFFF">
              <a:alpha val="17000"/>
            </a:srgbClr>
          </a:solidFill>
          <a:ln w="12700">
            <a:solidFill>
              <a:srgbClr val="A7F3FF">
                <a:alpha val="7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893808" y="1728216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D7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SRS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7882128" y="3310128"/>
            <a:ext cx="438912" cy="438912"/>
          </a:xfrm>
          <a:prstGeom prst="ellipse">
            <a:avLst/>
          </a:prstGeom>
          <a:solidFill>
            <a:srgbClr val="FFFFFF">
              <a:alpha val="17000"/>
            </a:srgbClr>
          </a:solidFill>
          <a:ln w="12700">
            <a:solidFill>
              <a:srgbClr val="A7F3FF">
                <a:alpha val="75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882128" y="3465576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D7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</a:t>
            </a:r>
            <a:endParaRPr lang="en-US" sz="550" dirty="0"/>
          </a:p>
        </p:txBody>
      </p:sp>
      <p:sp>
        <p:nvSpPr>
          <p:cNvPr id="58" name="Shape 56"/>
          <p:cNvSpPr/>
          <p:nvPr/>
        </p:nvSpPr>
        <p:spPr>
          <a:xfrm>
            <a:off x="10012680" y="3273552"/>
            <a:ext cx="438912" cy="43891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A7F3FF">
                <a:alpha val="75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012680" y="3429000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550" dirty="0"/>
          </a:p>
        </p:txBody>
      </p:sp>
      <p:sp>
        <p:nvSpPr>
          <p:cNvPr id="60" name="Shape 58"/>
          <p:cNvSpPr/>
          <p:nvPr/>
        </p:nvSpPr>
        <p:spPr>
          <a:xfrm>
            <a:off x="8906256" y="3950208"/>
            <a:ext cx="438912" cy="438912"/>
          </a:xfrm>
          <a:prstGeom prst="ellipse">
            <a:avLst/>
          </a:prstGeom>
          <a:solidFill>
            <a:srgbClr val="FFFFFF">
              <a:alpha val="17000"/>
            </a:srgbClr>
          </a:solidFill>
          <a:ln w="12700">
            <a:solidFill>
              <a:srgbClr val="A7F3FF">
                <a:alpha val="75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06256" y="4105656"/>
            <a:ext cx="4389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D7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</a:t>
            </a:r>
            <a:endParaRPr lang="en-US" sz="550" dirty="0"/>
          </a:p>
        </p:txBody>
      </p:sp>
      <p:sp>
        <p:nvSpPr>
          <p:cNvPr id="62" name="Shape 60"/>
          <p:cNvSpPr/>
          <p:nvPr/>
        </p:nvSpPr>
        <p:spPr>
          <a:xfrm>
            <a:off x="8193024" y="1819656"/>
            <a:ext cx="566928" cy="539496"/>
          </a:xfrm>
          <a:prstGeom prst="line">
            <a:avLst/>
          </a:prstGeom>
          <a:noFill/>
          <a:ln w="13970">
            <a:solidFill>
              <a:srgbClr val="A7F3FF">
                <a:alpha val="6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893808" y="1792224"/>
            <a:ext cx="-365760" cy="566928"/>
          </a:xfrm>
          <a:prstGeom prst="line">
            <a:avLst/>
          </a:prstGeom>
          <a:noFill/>
          <a:ln w="13970">
            <a:solidFill>
              <a:srgbClr val="A7F3FF">
                <a:alpha val="6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01584" y="3310128"/>
            <a:ext cx="658368" cy="-438912"/>
          </a:xfrm>
          <a:prstGeom prst="line">
            <a:avLst/>
          </a:prstGeom>
          <a:noFill/>
          <a:ln w="13970">
            <a:solidFill>
              <a:srgbClr val="A7F3FF">
                <a:alpha val="6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012680" y="3273552"/>
            <a:ext cx="-484632" cy="-420624"/>
          </a:xfrm>
          <a:prstGeom prst="line">
            <a:avLst/>
          </a:prstGeom>
          <a:noFill/>
          <a:ln w="13970">
            <a:solidFill>
              <a:srgbClr val="A7F3FF">
                <a:alpha val="6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25712" y="3950208"/>
            <a:ext cx="64008" cy="-896112"/>
          </a:xfrm>
          <a:prstGeom prst="line">
            <a:avLst/>
          </a:prstGeom>
          <a:noFill/>
          <a:ln w="13970">
            <a:solidFill>
              <a:srgbClr val="A7F3FF">
                <a:alpha val="6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1080000">
            <a:off x="10442448" y="4736592"/>
            <a:ext cx="658368" cy="658368"/>
          </a:xfrm>
          <a:prstGeom prst="cube">
            <a:avLst/>
          </a:prstGeom>
          <a:solidFill>
            <a:srgbClr val="06B6D4">
              <a:alpha val="78000"/>
            </a:srgbClr>
          </a:solidFill>
          <a:ln w="12700">
            <a:solidFill>
              <a:srgbClr val="A7F3FF">
                <a:alpha val="6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960000">
            <a:off x="7845552" y="4974336"/>
            <a:ext cx="438912" cy="438912"/>
          </a:xfrm>
          <a:prstGeom prst="diamond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A7F3FF">
                <a:alpha val="55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589520" y="508406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7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Blueprints to execution in one AI workflow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Rajiv Gandhi College of Engineering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BuildFlow AI - AI-Based Project Planning Assistant</dc:title>
  <dc:subject>BuildFlow AI refined slide</dc:subject>
  <dc:creator>BuildFlow AI Team</dc:creator>
  <cp:lastModifiedBy>BuildFlow AI Team</cp:lastModifiedBy>
  <cp:revision>1</cp:revision>
  <dcterms:created xsi:type="dcterms:W3CDTF">2026-05-10T15:56:20Z</dcterms:created>
  <dcterms:modified xsi:type="dcterms:W3CDTF">2026-05-10T15:56:20Z</dcterms:modified>
</cp:coreProperties>
</file>