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139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jp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15464"/>
            <a:ext cx="91440" cy="3215641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</a:t>
            </a:r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Project Planning Assistant</a:t>
            </a:r>
          </a:p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7772400" cy="18288"/>
          </a:xfrm>
          <a:prstGeom prst="rect">
            <a:avLst/>
          </a:prstGeom>
          <a:solidFill>
            <a:srgbClr val="BFDBFE">
              <a:alpha val="4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175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 		(23TD0003)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 AHMED F  	(23TD0076)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VIDYASAAGAR M  	(23TD0091)</a:t>
            </a:r>
            <a:endParaRPr lang="en-US" sz="1300" dirty="0"/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G. Suresh Kumar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 Gandhi College of Engineering and Technology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059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896112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early-stage developers struggle to bridge the gap between project ideas and structured technical documentation — leading to poorly planned projects and wasted development time.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65760" y="2011680"/>
            <a:ext cx="4160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01168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041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121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approach to convert ideas into BRD, SRS, or Roadmaps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011680"/>
            <a:ext cx="4160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2011680"/>
            <a:ext cx="64008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3041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2121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like ChatGPT lack project memory and context continuity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5760" y="3246120"/>
            <a:ext cx="4160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324612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3860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35584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documentation is time-consuming and error-prone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3246120"/>
            <a:ext cx="4160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63440" y="324612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53860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335584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lack stage-by-stage guidance and implementation prompts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41248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41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AI Tools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14356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guide structured conversations to produce technical artifacts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841248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241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Need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64992" y="14356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step-by-step support from idea to deployable project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841248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2412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99632" y="14356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developers skip formal documentation in early stages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1546913" y="2627343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402" y="2849887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336574" y="289560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814445" y="322341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domain-specific planning tools for software projects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448167" y="2627537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044" y="286207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290017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Platform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669044" y="322341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makes intelligent assistants affordable and scalable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7772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2354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960120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structure project requirements through guided AI conversation stages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73352"/>
            <a:ext cx="7772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1764792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persistent blueprint memory across all planning stages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78024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78024"/>
            <a:ext cx="7772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3288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569464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professional documents: BRD, SRS, Roadmap, and To-Do List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82696"/>
            <a:ext cx="7772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375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374136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stage-specific implementation prompts for development guidance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87368"/>
            <a:ext cx="7772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4223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4178808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export capabilities in Markdown and PDF formats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41248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269748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412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65730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63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3248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305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export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992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7980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responses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6598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655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guidance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18688" y="841248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841248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8412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/ Notion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19856" y="165730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2736" y="1463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assistance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19856" y="23248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1305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19856" y="2992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7980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prompt gen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19856" y="36598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34655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onboarding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71616" y="841248"/>
            <a:ext cx="26974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71616" y="841248"/>
            <a:ext cx="26974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8412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72784" y="165730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1463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2784" y="23248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21305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process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72784" y="2992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7980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enforced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72784" y="36598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34655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</a:t>
            </a: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web-based, AI-powered project planning assistant that guides users through structured planning stages to produce professional documentation, implementation prompts, and exportable artifacts — all within a single unified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9659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AI Chat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3246120"/>
            <a:ext cx="19659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Memory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3246120"/>
            <a:ext cx="19659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04488"/>
            <a:ext cx="19659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044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3904488"/>
            <a:ext cx="19659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9044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MD Export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2090056"/>
            <a:ext cx="1965960" cy="2619103"/>
          </a:xfrm>
          <a:prstGeom prst="rect">
            <a:avLst/>
          </a:prstGeom>
          <a:solidFill>
            <a:srgbClr val="1D4ED8"/>
          </a:solidFill>
          <a:ln w="9525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510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5151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Planning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4128" y="1024128"/>
            <a:ext cx="548640" cy="54864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0698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Firebase login &amp; signup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84124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24128"/>
            <a:ext cx="548640" cy="5486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0698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2032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42032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manage, organize projects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26864" y="84124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76672" y="1024128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106984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18304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AI Chat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718304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guided chatbot planning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803136" y="84124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52944" y="1024128"/>
            <a:ext cx="548640" cy="54864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106984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94576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Memory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894576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 across stages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285292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24128" y="3035808"/>
            <a:ext cx="548640" cy="54864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308152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" y="3675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65760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SRS, Roadmap, To-Do List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450592" y="285292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00400" y="3035808"/>
            <a:ext cx="548640" cy="54864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081528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42032" y="3675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Generation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2542032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prompts for all tech layers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26864" y="285292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376672" y="3035808"/>
            <a:ext cx="548640" cy="5486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2392" y="3081528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718304" y="3675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PDF Export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4718304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ready artifacts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803136" y="2852928"/>
            <a:ext cx="20299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552944" y="3035808"/>
            <a:ext cx="548640" cy="548640"/>
          </a:xfrm>
          <a:prstGeom prst="ellipse">
            <a:avLst/>
          </a:prstGeom>
          <a:solidFill>
            <a:srgbClr val="64748B">
              <a:alpha val="15000"/>
            </a:srgbClr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8664" y="3081528"/>
            <a:ext cx="457200" cy="4572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94576" y="3675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Themes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6894576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responsive UI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1919632" y="1004752"/>
            <a:ext cx="51533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9C7585-D5A8-6322-7E01-6A7C0D3C9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695" y="1257583"/>
            <a:ext cx="4329901" cy="3245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9</a:t>
            </a:r>
          </a:p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990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•  Vite  •  Tailwind CSS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651760" cy="438912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91840" y="868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3990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•  Express.js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68680"/>
            <a:ext cx="2651760" cy="438912"/>
          </a:xfrm>
          <a:prstGeom prst="rect">
            <a:avLst/>
          </a:prstGeom>
          <a:solidFill>
            <a:schemeClr val="accent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868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3990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 •  Firestore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83080" y="260604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83080" y="2606040"/>
            <a:ext cx="265176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26060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74520" y="31363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2" y="260604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4617" y="2606040"/>
            <a:ext cx="265176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2" y="26060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2" y="31363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Render 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98C6BF7-D630-F1C7-5355-A8D360B84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51" y="1701838"/>
            <a:ext cx="444307" cy="3957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A8660F6-781E-BBC7-7E7A-1B412522A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870" y="1701838"/>
            <a:ext cx="653096" cy="39951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1436724-73D9-15E4-2C18-743F23DCB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926" y="1673666"/>
            <a:ext cx="458744" cy="45205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8DAAF5B-6990-86C9-75F0-773B9D981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246" y="1623060"/>
            <a:ext cx="506920" cy="50692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6FC3318-4A5E-E289-814D-1926D885A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594429"/>
            <a:ext cx="900291" cy="5069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E1AA440-6002-DFC2-EF48-063A47DF11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710" y="1663903"/>
            <a:ext cx="1330423" cy="37522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E26C295-3057-1537-DA6A-173682FB8F2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0604" b="31423"/>
          <a:stretch>
            <a:fillRect/>
          </a:stretch>
        </p:blipFill>
        <p:spPr>
          <a:xfrm>
            <a:off x="2005029" y="3466808"/>
            <a:ext cx="2207861" cy="36493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E5808E1-4B53-6CE2-A197-C8D2748E67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4245" y="3466808"/>
            <a:ext cx="586252" cy="32976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9FEA773-C6D2-C72E-8071-176CBBC6DB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2536" y="3437762"/>
            <a:ext cx="387858" cy="3878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5039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50392"/>
            <a:ext cx="202996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5331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 via Firebase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50592" y="85039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850392"/>
            <a:ext cx="202996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50592" y="8503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35331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2032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management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26864" y="85039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850392"/>
            <a:ext cx="202996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26864" y="8503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35331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18304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staging environment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03136" y="85039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850392"/>
            <a:ext cx="2029968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03136" y="8503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135331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18562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guided prompting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74320" y="281635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2816352"/>
            <a:ext cx="202996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4320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3319272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65760" y="38221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 persistence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450592" y="281635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50592" y="2816352"/>
            <a:ext cx="2029968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2450592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832" y="3319272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42032" y="38221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SRS, Roadmap, To-Do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626864" y="281635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26864" y="2816352"/>
            <a:ext cx="2029968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626864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4104" y="3319272"/>
            <a:ext cx="411480" cy="4114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718304" y="38221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prompts by tech layer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803136" y="2816352"/>
            <a:ext cx="2029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803136" y="2816352"/>
            <a:ext cx="202996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6803136" y="281635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0376" y="3319272"/>
            <a:ext cx="411480" cy="4114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894576" y="38221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&amp; 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 Stages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1554480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15544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24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" y="171907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71577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 title, domain, goals, and target users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48256" y="868680"/>
            <a:ext cx="1554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48256" y="868680"/>
            <a:ext cx="15544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886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48256" y="1124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21408" y="171907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39696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functional and non-functional requirements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30752" y="868680"/>
            <a:ext cx="1554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868680"/>
            <a:ext cx="15544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886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30752" y="1124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03904" y="171907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22192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tech stack, system architecture, and data 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13248" y="868680"/>
            <a:ext cx="1554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13248" y="868680"/>
            <a:ext cx="15544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886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1124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86400" y="171907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Tasks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04688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milestones, sprints, and task breakdown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95744" y="868680"/>
            <a:ext cx="1554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868680"/>
            <a:ext cx="15544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95744" y="886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95744" y="1124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168896" y="171907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87184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finalize blueprint, and generate all outputs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38528" y="2468880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21024" y="2468880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2468880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86016" y="2468880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05ED1C3-216A-1F8C-F2C9-C3F716D3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6" y="2178559"/>
            <a:ext cx="827531" cy="82753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D99CD0-9F9A-01CC-3A8D-AC4576EAE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767" y="2178559"/>
            <a:ext cx="731521" cy="7315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95C2354-7CD6-2700-F642-FFD34C35B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970" y="2153225"/>
            <a:ext cx="837049" cy="83704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23FDA72-E37E-2EA0-DB67-7913DEB04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5450" y="2240280"/>
            <a:ext cx="1077577" cy="64636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6C22CC6-6FD5-4FFA-5FA9-BA0E6F6E74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379" y="2200889"/>
            <a:ext cx="698473" cy="6984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&amp; Memory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0241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Memory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749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is a persistent JSON object maintained across all 5 AI planning stages. It captures: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title, domain &amp; goals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Functional &amp; non-functional requirements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stack decisions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Roadmap and task list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validation summary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prompt in subsequent stages includes the full blueprint context — ensuring continuity and coherent document generation.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960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1399032"/>
            <a:ext cx="1828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490472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1490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Input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1929384"/>
            <a:ext cx="1828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2020824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63440" y="20208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Input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2459736"/>
            <a:ext cx="1828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551176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25511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Input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2990088"/>
            <a:ext cx="1828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3081528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663440" y="3081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Input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77840" y="3520440"/>
            <a:ext cx="1828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3611880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663440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JSON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75120" y="2286000"/>
            <a:ext cx="2103120" cy="233172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67512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20299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029968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9326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8961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1645920" cy="18288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37947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1945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28823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69748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33853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20040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Needs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388823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Constraints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14600" y="868680"/>
            <a:ext cx="20299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14600" y="868680"/>
            <a:ext cx="2029968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932688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063240" y="8961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260604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697480" y="2103120"/>
            <a:ext cx="1645920" cy="18288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715768" y="237947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62072" y="21945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715768" y="288239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862072" y="269748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2715768" y="338531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862072" y="320040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2715768" y="388823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862072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663440" y="868680"/>
            <a:ext cx="20299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663440" y="868680"/>
            <a:ext cx="202996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932688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212080" y="8961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475488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846320" y="2103120"/>
            <a:ext cx="1645920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864608" y="2379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010912" y="21945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Breakdown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864608" y="28823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010912" y="269748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864608" y="338531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010912" y="320040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Estimates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4864608" y="38882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010912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812280" y="868680"/>
            <a:ext cx="202996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6812280" y="868680"/>
            <a:ext cx="202996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932688"/>
            <a:ext cx="365760" cy="36576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360920" y="8961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</a:t>
            </a:r>
            <a:endParaRPr lang="en-US" sz="1600" dirty="0"/>
          </a:p>
        </p:txBody>
      </p:sp>
      <p:sp>
        <p:nvSpPr>
          <p:cNvPr id="52" name="Text 46"/>
          <p:cNvSpPr/>
          <p:nvPr/>
        </p:nvSpPr>
        <p:spPr>
          <a:xfrm>
            <a:off x="690372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Task List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6995160" y="2103120"/>
            <a:ext cx="164592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7013448" y="2379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7159752" y="21945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Tasks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7013448" y="28823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7159752" y="269748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7013448" y="3385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7159752" y="320040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Assignments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7013448" y="38882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7159752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64008" cy="7040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6070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9784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280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structures, UI flows, routing logic, state management patterns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709928"/>
            <a:ext cx="841248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709928"/>
            <a:ext cx="64008" cy="7040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5623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1773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207568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routes, middleware, controller logic, authentication handlers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505456"/>
            <a:ext cx="841248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505456"/>
            <a:ext cx="64008" cy="7040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51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25694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97280" y="287121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schema design, collection structures, security rules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3300984"/>
            <a:ext cx="841248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300984"/>
            <a:ext cx="64008" cy="704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4728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97280" y="366674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cases, integration tests, test data and validation criteria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65760" y="4096512"/>
            <a:ext cx="841248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4096512"/>
            <a:ext cx="64008" cy="7040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242816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97280" y="446227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pipeline, Vercel/Render config, environment variable setup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ChatGPT / Gemini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Trello / Notion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BuildFlow AI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Stage-based Planning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Project Memory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Document Generation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Implementation Prompts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PDF / MD Export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AI Integration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Single Platform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1463040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33502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65960" y="978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&amp; function level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11556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73352"/>
            <a:ext cx="841248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673352"/>
            <a:ext cx="1463040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73352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20939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659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2039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Firebase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32304"/>
            <a:ext cx="841248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32304"/>
            <a:ext cx="1463040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32304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285292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65960" y="2496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Testing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65960" y="27980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prompt accuracy and memory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264261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191256"/>
            <a:ext cx="841248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191256"/>
            <a:ext cx="1463040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91256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5760" y="3611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65960" y="3255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Testing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65960" y="3557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 and theme switching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339242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950208"/>
            <a:ext cx="841248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950208"/>
            <a:ext cx="1463040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50208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65760" y="43708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965960" y="40142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Testing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6596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Markdown output validation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415137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54 test cases executed  •  54 PASSED  •  0 FAILED  •  100% Pass Rate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40" y="841248"/>
            <a:ext cx="274320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dash"/>
          </a:ln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0B48B1-E792-E3C8-0908-A3C4763E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60" y="992021"/>
            <a:ext cx="2518988" cy="137170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350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41248"/>
            <a:ext cx="274320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00400" y="2350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841248"/>
            <a:ext cx="269748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080760" y="235000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/ AI Chat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251960" cy="1965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0040" y="448056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SRS, ROADMAP, TO-DO Document (Output Panel)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069080" cy="1965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09160" y="448056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Panel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D789919-3786-0714-9815-DBFDBA79F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429" y="1014508"/>
            <a:ext cx="2543364" cy="13492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3E1293-0B64-F6D3-32B4-F6B11B2EA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797" y="1031564"/>
            <a:ext cx="2501276" cy="13363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E1C626F-5DA7-9F5A-4787-4AB79A661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06" y="2964016"/>
            <a:ext cx="739091" cy="15233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1A6754C-7FDD-798C-6304-FDDB3681A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739" y="2963717"/>
            <a:ext cx="815725" cy="15281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A763689-F208-0F8E-E12C-324CDC4598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6380" y="2963717"/>
            <a:ext cx="815725" cy="152363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0183A5B-5D42-84C1-7463-B0C57EBE41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8420" y="2964016"/>
            <a:ext cx="739092" cy="151251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155A903-0AEE-895E-AAF6-9282AB7641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5893" y="2964016"/>
            <a:ext cx="733637" cy="14891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BE0C41F-FF4D-A93A-E897-D1A240D38F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1488" y="2964016"/>
            <a:ext cx="733637" cy="148911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EA878F7-1EE0-8E4C-1139-9B03AEC452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7083" y="2960546"/>
            <a:ext cx="733637" cy="149258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FC2F042-F4EC-1D79-B3AF-C48262D992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96622" y="2958215"/>
            <a:ext cx="733636" cy="14925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manual documentation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86868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86868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18688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18688" y="2084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scratch writing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86868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86868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071616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71616" y="2084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test cases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8412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60320"/>
            <a:ext cx="640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24328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78992" y="26243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project documentation from hours to minutes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315468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18688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78992" y="32186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full context continuity across all planning stages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65760" y="3749040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13048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78992" y="38130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structured, professional-grade documentation output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65760" y="4343400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407408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78992" y="440740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planning and implementation with targeted prompts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BFE"/>
                </a:solidFill>
              </a:rPr>
              <a:t>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051560"/>
            <a:ext cx="548640" cy="54864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097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7099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project workspaces with role-based access and real-time co-editing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8686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051560"/>
            <a:ext cx="548640" cy="5486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0972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7099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Generation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38328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generation of class diagrams, ER diagrams, and sequence diagrams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8686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0" y="105156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0972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17099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/ PPT Export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6364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generated documents directly as Microsoft Word or PowerPoint files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288036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463040" y="3063240"/>
            <a:ext cx="548640" cy="54864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31089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 integration for hands-free project planning input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46120" y="288036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343400" y="3063240"/>
            <a:ext cx="548640" cy="54864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10896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3756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38328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blueprint changes and revert to previous planning versions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223760" y="3063240"/>
            <a:ext cx="548640" cy="54864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10896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1792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26364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 metrics, completion predictions, and AI usage insights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8288"/>
          </a:xfrm>
          <a:prstGeom prst="rect">
            <a:avLst/>
          </a:prstGeom>
          <a:solidFill>
            <a:srgbClr val="BFDBFE">
              <a:alpha val="6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successfully transforms raw project ideas into complete, development-ready planning artifacts through a structured, memory-aware AI conversation interface.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542032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0487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real gap between ideation and documentation in software development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990088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529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BRD, SRS, Roadmap, To-Do List, and implementation prompts on a single platform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438144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0098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memory ensures consistent, context-aware AI responses across all 5 stages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490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modern, production-grade technologies for scalability and reliability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334256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9709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54/54 test cases and ready for real-world academic project use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00457"/>
            <a:ext cx="8046720" cy="18288"/>
          </a:xfrm>
          <a:prstGeom prst="rect">
            <a:avLst/>
          </a:prstGeom>
          <a:solidFill>
            <a:srgbClr val="BFDBFE">
              <a:alpha val="6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10216" y="3091224"/>
            <a:ext cx="286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 		(23TD0003)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 AHMED F  	(23TD0076)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VIDYASAAGAR M  	(23TD0091)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84325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G. Suresh Kumar  |  Dept. of CSE  |  RGCET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1169</Words>
  <Application>Microsoft Office PowerPoint</Application>
  <PresentationFormat>On-screen Show (16:9)</PresentationFormat>
  <Paragraphs>327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BuildFlow AI – AI-Based Project Planning Assistant</dc:title>
  <dc:subject>PptxGenJS Presentation</dc:subject>
  <dc:creator>PptxGenJS</dc:creator>
  <cp:lastModifiedBy>vidyasaagar.ind@outlook.com</cp:lastModifiedBy>
  <cp:revision>7</cp:revision>
  <dcterms:created xsi:type="dcterms:W3CDTF">2026-05-10T14:55:45Z</dcterms:created>
  <dcterms:modified xsi:type="dcterms:W3CDTF">2026-05-11T05:01:56Z</dcterms:modified>
</cp:coreProperties>
</file>